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898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Course Registration &amp; Timetable Builder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639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KLEHB-FED-26-10-5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79019"/>
            <a:ext cx="10868745" cy="1089124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579019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23627" y="0"/>
                </a:moveTo>
                <a:lnTo>
                  <a:pt x="5434373" y="0"/>
                </a:lnTo>
                <a:lnTo>
                  <a:pt x="5434373" y="1089124"/>
                </a:lnTo>
                <a:lnTo>
                  <a:pt x="23627" y="1089124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E9ECF2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376803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K. Thanuj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4176713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2620080122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3579019"/>
            <a:ext cx="5434373" cy="1089124"/>
          </a:xfrm>
          <a:custGeom>
            <a:avLst/>
            <a:gdLst/>
            <a:ahLst/>
            <a:cxnLst/>
            <a:rect l="l" t="t" r="r" b="b"/>
            <a:pathLst>
              <a:path w="5434373" h="1089124">
                <a:moveTo>
                  <a:pt x="0" y="0"/>
                </a:moveTo>
                <a:lnTo>
                  <a:pt x="5410745" y="0"/>
                </a:lnTo>
                <a:arcTo hR="23628" wR="23627" stAng="16200000" swAng="5400000"/>
                <a:lnTo>
                  <a:pt x="5434373" y="1065496"/>
                </a:lnTo>
                <a:arcTo hR="23628" wR="23627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579019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CFD2D8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76803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Pavan Teja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4176713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2620040160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2799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Presentation Overview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02111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will outline our innovative solution for course registration and timetable building, designed to transform the student experience and streamline administrative processes.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3721993"/>
            <a:ext cx="629686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current challenges in manual registration.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our project objectives and key features.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 the system architecture and technology stack.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the expected benefits for both students and administration.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098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Problem: Manual Registration Chaos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16574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1275723" y="22306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Hours Lost to Schedule Conflicts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6393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spend hours navigating conflicting course schedules with no automated guidance.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3622179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1275723" y="368706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Zero Conflict Detection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275723" y="4095750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automated system flags clashes between selected courses — errors are discovered too late.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5078611"/>
            <a:ext cx="425241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1275723" y="514350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Error-Prone Manual Process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275723" y="555218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timetables by hand is tedious, time-consuming, and highly susceptible to mistakes.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Challenges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206923"/>
            <a:ext cx="2175019" cy="33181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421334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Real-Time Availability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200896"/>
            <a:ext cx="16446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seat counts are not updated live, leading to last-minute surprises and disappointment.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206923"/>
            <a:ext cx="2175118" cy="33181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421334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Impossible Optimization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200896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the best combination of courses across departments is a near-impossible manual puzzle.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1353" y="2206923"/>
            <a:ext cx="2175118" cy="33181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421334"/>
            <a:ext cx="164470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Personalization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496171"/>
            <a:ext cx="164470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offers zero tailored recommendations based on a student's history or preferences.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46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5332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6204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 Conflict Detection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70722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Instantly flag and resolve scheduling conflicts during the registration process.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5332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62040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Optimized Timetable Generation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165997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the best possible schedule based on each student's unique preferences and constraints.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75332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6204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Availability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7072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live seat counts and course availability so students can plan with confidence.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28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Overview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469" y="2111474"/>
            <a:ext cx="10740756" cy="308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8638" y="2333654"/>
            <a:ext cx="23258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578638" y="2726291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User-friendly registration interface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84699" y="3061867"/>
            <a:ext cx="2325876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884699" y="3454504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database and scheduling engine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0866" y="3898768"/>
            <a:ext cx="23258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80866" y="4291405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 catalog and student records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541278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clean three-tier architecture separates concerns — keeping the UI responsive, the logic powerful, and the data reliable.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5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71241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1860252"/>
            <a:ext cx="567021" cy="567035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450" y="201612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616299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Conflict Detection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024981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algorithm catches scheduling clashes instantly before they become problems.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71241"/>
            <a:ext cx="5339919" cy="2147590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9" name="Shape 6"/>
          <p:cNvSpPr/>
          <p:nvPr/>
        </p:nvSpPr>
        <p:spPr>
          <a:xfrm>
            <a:off x="6379308" y="1860252"/>
            <a:ext cx="567021" cy="567035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276" y="201612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9308" y="2616299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Customizable Timetable Builder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79308" y="3024981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design their schedule around personal preferences and academic goals.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482" y="4196854"/>
            <a:ext cx="567021" cy="567035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450" y="435272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482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Seat Tracking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0482" y="536158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updates on course seat availability across all departments.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47590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9308" y="4196854"/>
            <a:ext cx="567021" cy="567035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276" y="435272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9308" y="495290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Calendar Export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79308" y="5361583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finalized timetables directly to popular calendar formats for easy access.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0730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109813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React / Vue.js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modern, responsive user interface that makes registration intuitive and fast for every student.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308648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15213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21058" y="340211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21058" y="3604617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Node.js / Python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Robust server-side logic powers the scheduling engine, conflict detection, and optimization algorithms.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21058" y="3803452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15213F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21058" y="389691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21058" y="4099421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PostgreSQL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reliable relational database ensures persistent, structured storage of course catalogs, student records, and generated timetables.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350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Benefits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1803598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80%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661475" y="2663527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Time Saved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072209"/>
            <a:ext cx="30302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Reduction in time spent on course registration and schedule building.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927972" y="1803598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3927972" y="2663527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Scheduling Conflicts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3927972" y="3072209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detection eliminates timetable clashes entirely.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294674" y="4149527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100%</a:t>
            </a:r>
            <a:endParaRPr lang="en-US" sz="4900" dirty="0"/>
          </a:p>
        </p:txBody>
      </p:sp>
      <p:sp>
        <p:nvSpPr>
          <p:cNvPr id="12" name="Text 9"/>
          <p:cNvSpPr/>
          <p:nvPr/>
        </p:nvSpPr>
        <p:spPr>
          <a:xfrm>
            <a:off x="2294674" y="5009455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Student Satisfaction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294674" y="5418138"/>
            <a:ext cx="30303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planning experience and confidence in course selection.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4928568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Discussion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2026-09-21T08:28:09Z</dcterms:created>
  <dcterms:modified xsi:type="dcterms:W3CDTF">2026-09-21T08:28:09Z</dcterms:modified>
</cp:coreProperties>
</file>